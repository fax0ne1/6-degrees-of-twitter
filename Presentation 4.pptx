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9" r:id="rId4"/>
    <p:sldId id="259" r:id="rId5"/>
    <p:sldId id="261" r:id="rId6"/>
    <p:sldId id="267" r:id="rId7"/>
    <p:sldId id="262" r:id="rId8"/>
    <p:sldId id="266" r:id="rId9"/>
    <p:sldId id="271" r:id="rId10"/>
    <p:sldId id="265" r:id="rId11"/>
    <p:sldId id="268" r:id="rId12"/>
    <p:sldId id="260" r:id="rId13"/>
    <p:sldId id="270" r:id="rId14"/>
    <p:sldId id="264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ED60C-EAE5-01A8-7F89-DA00FA408E8F}" v="39" dt="2025-11-18T03:28:57.390"/>
    <p1510:client id="{63A463E7-2526-A622-BD47-DCC2CEF4592D}" v="181" dt="2025-11-17T22:47:17.642"/>
    <p1510:client id="{BF5AC396-15D6-D05D-6133-37A63494776D}" v="11" dt="2025-11-17T22:17:06.212"/>
    <p1510:client id="{DD626E3E-B787-56CE-2368-97AB6E64C9EE}" v="167" dt="2025-11-18T06:03:27.651"/>
    <p1510:client id="{DEABEA9D-77F6-2E65-EC80-8B939554A414}" v="11" dt="2025-11-17T22:52:14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7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5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6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8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88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4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8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1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6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87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64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26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13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77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3175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494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medium.com/@kriangkrai.ratt/shortest-path-dijkstra-algorithm-with-rust-8fe1867d052a" TargetMode="External"/><Relationship Id="rId2" Type="http://schemas.openxmlformats.org/officeDocument/2006/relationships/hyperlink" Target="https://www.geeksforgeeks.org/dsa/adjacency-matrix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sql/sql_intro.asp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4" y="639097"/>
            <a:ext cx="4789678" cy="3746634"/>
          </a:xfrm>
        </p:spPr>
        <p:txBody>
          <a:bodyPr>
            <a:normAutofit/>
          </a:bodyPr>
          <a:lstStyle/>
          <a:p>
            <a:r>
              <a:rPr lang="en-US"/>
              <a:t>Six Degrees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4" y="4385732"/>
            <a:ext cx="4813437" cy="18380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err="1"/>
              <a:t>PhilipP</a:t>
            </a:r>
            <a:r>
              <a:rPr lang="en-US"/>
              <a:t> SHCHetinin, Kalen Hazlett, Morgan Quackenbush</a:t>
            </a:r>
          </a:p>
        </p:txBody>
      </p:sp>
      <p:pic>
        <p:nvPicPr>
          <p:cNvPr id="4" name="Picture 3" descr="A person in a black jacket&#10;&#10;AI-generated content may be incorrect.">
            <a:extLst>
              <a:ext uri="{FF2B5EF4-FFF2-40B4-BE49-F238E27FC236}">
                <a16:creationId xmlns:a16="http://schemas.microsoft.com/office/drawing/2014/main" id="{234DBC5F-5EE9-5519-D0BE-B2FB3005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841" y="639097"/>
            <a:ext cx="4209456" cy="557543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29FA-74A3-7F33-2E45-A03AF542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64DA-9D5D-D03F-52A5-A77116B37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89876"/>
            <a:ext cx="5997836" cy="37013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Create a program that finds minimum separation between users based on mutual connection</a:t>
            </a:r>
            <a:endParaRPr lang="en-US" sz="2400" dirty="0"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sz="2000" dirty="0">
                <a:ea typeface="Calibri"/>
                <a:cs typeface="Calibri"/>
              </a:rPr>
              <a:t>"Mutual" defined as someone a user follows and is followed by.</a:t>
            </a:r>
          </a:p>
          <a:p>
            <a:r>
              <a:rPr lang="en-US" sz="2400" dirty="0"/>
              <a:t>Visualize the graph of users with their connections </a:t>
            </a:r>
            <a:endParaRPr lang="en-US" sz="2400" dirty="0">
              <a:ea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Picture 3" descr="Super Bowl commercial will feature 'Six Degrees of Kevin Bacon' game">
            <a:extLst>
              <a:ext uri="{FF2B5EF4-FFF2-40B4-BE49-F238E27FC236}">
                <a16:creationId xmlns:a16="http://schemas.microsoft.com/office/drawing/2014/main" id="{B5F47DB5-3D05-94FC-9D60-B4B5BBCF5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35" y="3584987"/>
            <a:ext cx="4461354" cy="2903038"/>
          </a:xfrm>
          <a:prstGeom prst="rect">
            <a:avLst/>
          </a:prstGeom>
        </p:spPr>
      </p:pic>
      <p:pic>
        <p:nvPicPr>
          <p:cNvPr id="5" name="Picture 4" descr="trying to keep up with twitter mutual beef like web of connections between  diary of a wimpy kid characters">
            <a:extLst>
              <a:ext uri="{FF2B5EF4-FFF2-40B4-BE49-F238E27FC236}">
                <a16:creationId xmlns:a16="http://schemas.microsoft.com/office/drawing/2014/main" id="{A69A3A4C-0E05-5745-7059-106C8763F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926" y="610054"/>
            <a:ext cx="2749465" cy="27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6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6FD6-EF8C-2D9A-1C2D-659208EA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US"/>
              <a:t>Project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59241-7640-26E0-B940-1332A5DEA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Rust prompts the user to enter in two usernames</a:t>
            </a:r>
          </a:p>
          <a:p>
            <a:r>
              <a:rPr lang="en-US"/>
              <a:t>Rust then sends a username to the mutuals checker via command line.</a:t>
            </a:r>
          </a:p>
          <a:p>
            <a:r>
              <a:rPr lang="en-US"/>
              <a:t>Python parses database file and returns intersection of followers and following</a:t>
            </a:r>
          </a:p>
          <a:p>
            <a:r>
              <a:rPr lang="en-US"/>
              <a:t>Process repeats until graph is mapped out, then BFS finds the shortest path.</a:t>
            </a:r>
          </a:p>
          <a:p>
            <a:r>
              <a:rPr lang="en-US"/>
              <a:t>Data is sent to the visualizer, which plots the formed graph.</a:t>
            </a:r>
          </a:p>
          <a:p>
            <a:endParaRPr lang="en-US"/>
          </a:p>
        </p:txBody>
      </p:sp>
      <p:pic>
        <p:nvPicPr>
          <p:cNvPr id="5" name="Picture 4" descr="A large waterfall with water falling&#10;&#10;AI-generated content may be incorrect.">
            <a:extLst>
              <a:ext uri="{FF2B5EF4-FFF2-40B4-BE49-F238E27FC236}">
                <a16:creationId xmlns:a16="http://schemas.microsoft.com/office/drawing/2014/main" id="{1F0AA227-5D44-9083-309F-9697455A3C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6" r="-1" b="42235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883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900A-407C-9BF9-46B7-07098BB1E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US"/>
              <a:t>Two Languages?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66487-8712-6454-BBAE-FE94667A5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Originally Going to Web Scrape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Twitter API</a:t>
            </a:r>
          </a:p>
          <a:p>
            <a:r>
              <a:rPr lang="en-US"/>
              <a:t>Good Data Science Libraries in Python</a:t>
            </a:r>
          </a:p>
          <a:p>
            <a:r>
              <a:rPr lang="en-US"/>
              <a:t>Rust is emerging in critical systems and is compiled --&gt; faster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Has 'memory safety'</a:t>
            </a:r>
          </a:p>
          <a:p>
            <a:r>
              <a:rPr lang="en-US"/>
              <a:t>Twitter API is expensive, and we are broke, so we created our own database</a:t>
            </a:r>
          </a:p>
          <a:p>
            <a:endParaRPr lang="en-US"/>
          </a:p>
        </p:txBody>
      </p:sp>
      <p:pic>
        <p:nvPicPr>
          <p:cNvPr id="4" name="Picture 3" descr="A signpost with different languages&#10;&#10;AI-generated content may be incorrect.">
            <a:extLst>
              <a:ext uri="{FF2B5EF4-FFF2-40B4-BE49-F238E27FC236}">
                <a16:creationId xmlns:a16="http://schemas.microsoft.com/office/drawing/2014/main" id="{99D17C5D-42DD-5B6E-0106-C65248E7F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39" r="19726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485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05AC-2814-ED40-1471-EE6B1753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C84E5-A19E-BA8A-898F-452B63200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361"/>
            <a:ext cx="6058619" cy="443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Collection of tables (followers and following) that can search itself</a:t>
            </a:r>
          </a:p>
          <a:p>
            <a:r>
              <a:rPr lang="en-US" dirty="0"/>
              <a:t>Contains an index that organizes the tables into B-Trees, making searching much faster (O(log n))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Without the index, it would be no different than a line-by-line search O(n)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E830D3-F1D8-37C2-AC98-2C3E56FC5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75" y="3946788"/>
            <a:ext cx="3182816" cy="2683853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E77EA45-A302-15F2-6920-53C681128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400" y="4421613"/>
            <a:ext cx="3927231" cy="219734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26F62D-9A41-0F38-02CF-37158E2FB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688" y="829407"/>
            <a:ext cx="4750777" cy="3135924"/>
          </a:xfrm>
          <a:prstGeom prst="rect">
            <a:avLst/>
          </a:prstGeom>
        </p:spPr>
      </p:pic>
      <p:pic>
        <p:nvPicPr>
          <p:cNvPr id="7" name="Picture 6" descr="Red arrow PNG transparent image download, size: 2048x2048px">
            <a:extLst>
              <a:ext uri="{FF2B5EF4-FFF2-40B4-BE49-F238E27FC236}">
                <a16:creationId xmlns:a16="http://schemas.microsoft.com/office/drawing/2014/main" id="{7E3776D0-C6EB-5FB0-239E-63AB96F12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095" y="5873984"/>
            <a:ext cx="2719754" cy="386862"/>
          </a:xfrm>
          <a:prstGeom prst="rect">
            <a:avLst/>
          </a:prstGeom>
        </p:spPr>
      </p:pic>
      <p:pic>
        <p:nvPicPr>
          <p:cNvPr id="8" name="Picture 7" descr="Red arrow PNG transparent image download, size: 2048x2048px">
            <a:extLst>
              <a:ext uri="{FF2B5EF4-FFF2-40B4-BE49-F238E27FC236}">
                <a16:creationId xmlns:a16="http://schemas.microsoft.com/office/drawing/2014/main" id="{E68CD846-CD85-6810-853C-351FE7491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4140000">
            <a:off x="8034049" y="4382958"/>
            <a:ext cx="2602524" cy="69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0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BCA5-D47B-2C8D-AAAD-7E5CBA3E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Mutual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57B39-644C-BFC7-50A9-535AC96C5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89876"/>
            <a:ext cx="5423727" cy="37013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Receives an account that needs its mutuals found.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Runs an SQL Query that looks in the followers table and following table and collects the rows relevant to the user.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Extracts the data (the users followers and who the user is following) and puts that extracted data into sets.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Finds the intersection of the two sets and sends it back through command line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8F3D4C6-99BB-BA72-ED66-5885D47CE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90" y="174973"/>
            <a:ext cx="5922072" cy="3261726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86A0939-BDDD-C592-C233-D9D4C0DB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75" y="3600718"/>
            <a:ext cx="5886451" cy="3126419"/>
          </a:xfrm>
          <a:prstGeom prst="rect">
            <a:avLst/>
          </a:prstGeom>
        </p:spPr>
      </p:pic>
      <p:pic>
        <p:nvPicPr>
          <p:cNvPr id="7" name="Picture 6" descr="A black background with purple text&#10;&#10;AI-generated content may be incorrect.">
            <a:extLst>
              <a:ext uri="{FF2B5EF4-FFF2-40B4-BE49-F238E27FC236}">
                <a16:creationId xmlns:a16="http://schemas.microsoft.com/office/drawing/2014/main" id="{9115D385-E66D-BCA0-B4CD-3AB1D2439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65" y="5241295"/>
            <a:ext cx="480060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8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CA32-5EAA-2D25-F53C-1A2C88983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US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4B4D5-5DCE-C680-D402-A1552AFF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Main data structure of the project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Has the graph represented as an adjacency list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Computes BFS traversal to find shortest/only path</a:t>
            </a:r>
            <a:endParaRPr lang="en-US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Trends towards O(V+E)  where V is the number of Vertices and E is the number of Edges</a:t>
            </a:r>
            <a:endParaRPr lang="en-US">
              <a:ea typeface="Calibri"/>
              <a:cs typeface="Calibri"/>
            </a:endParaRPr>
          </a:p>
          <a:p>
            <a:pPr lvl="2">
              <a:buClr>
                <a:srgbClr val="FFFFFF"/>
              </a:buClr>
              <a:buFont typeface="Wingdings" panose="020B0604020202020204" pitchFamily="34" charset="0"/>
              <a:buChar char="§"/>
            </a:pPr>
            <a:r>
              <a:rPr lang="en-US">
                <a:ea typeface="Calibri"/>
                <a:cs typeface="Calibri"/>
              </a:rPr>
              <a:t>Did not use Dijktra's because the weight was not important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crab with numbers and symbols&#10;&#10;AI-generated content may be incorrect.">
            <a:extLst>
              <a:ext uri="{FF2B5EF4-FFF2-40B4-BE49-F238E27FC236}">
                <a16:creationId xmlns:a16="http://schemas.microsoft.com/office/drawing/2014/main" id="{1154183D-B36B-2C04-F37B-A60E4D7227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73" r="19729" b="-2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117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6EE5-6275-F971-2635-7794BA9D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48451"/>
            <a:ext cx="1500131" cy="536021"/>
          </a:xfrm>
        </p:spPr>
        <p:txBody>
          <a:bodyPr>
            <a:normAutofit fontScale="90000"/>
          </a:bodyPr>
          <a:lstStyle/>
          <a:p>
            <a:r>
              <a:rPr lang="en-US"/>
              <a:t>Graph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76F00EE-FB8B-F8DE-E27A-74DA59D31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552" y="1183694"/>
            <a:ext cx="9497175" cy="487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9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38F1-C537-8B1B-2772-001C861E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25" y="1044498"/>
            <a:ext cx="3868757" cy="1334743"/>
          </a:xfrm>
        </p:spPr>
        <p:txBody>
          <a:bodyPr/>
          <a:lstStyle/>
          <a:p>
            <a:r>
              <a:rPr lang="en-US"/>
              <a:t>Communication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0FEEF27-239B-67A2-DED2-2FCB7D56A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8186" y="375071"/>
            <a:ext cx="7980400" cy="611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18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C8C0-71D4-ED0F-6BC1-D0BDEB3D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9D610-BCB0-ACA9-D9CC-C2847F67F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Receives data from Rust code in json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Graph Information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Traversal Information</a:t>
            </a:r>
          </a:p>
          <a:p>
            <a:r>
              <a:rPr lang="en-US"/>
              <a:t>Plots Each user</a:t>
            </a:r>
          </a:p>
          <a:p>
            <a:r>
              <a:rPr lang="en-US"/>
              <a:t>Creates edges in between each user</a:t>
            </a:r>
          </a:p>
          <a:p>
            <a:r>
              <a:rPr lang="en-US"/>
              <a:t>Creates the path of traversal</a:t>
            </a:r>
          </a:p>
        </p:txBody>
      </p:sp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6DE4379D-B91D-D51E-CFDC-26841AB6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339" y="841950"/>
            <a:ext cx="6609627" cy="517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53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42D2-7E10-7794-0A92-EBE684035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US"/>
              <a:t>Demonstration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D326DF-FB57-F798-50B2-C6FE17591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It's a demo</a:t>
            </a:r>
            <a:endParaRPr lang="en-US"/>
          </a:p>
        </p:txBody>
      </p:sp>
      <p:pic>
        <p:nvPicPr>
          <p:cNvPr id="4" name="Content Placeholder 3" descr="A cartoon character holding a sign and megaphone&#10;&#10;AI-generated content may be incorrect.">
            <a:extLst>
              <a:ext uri="{FF2B5EF4-FFF2-40B4-BE49-F238E27FC236}">
                <a16:creationId xmlns:a16="http://schemas.microsoft.com/office/drawing/2014/main" id="{884FA9AF-C9AB-2F24-D145-CAC847794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98" r="22247" b="-1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1323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F899-0ED6-298C-F371-FEC050293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8CE00-6360-6C94-2A8D-0CA40033B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Conceptual Understanding of the Project</a:t>
            </a:r>
          </a:p>
          <a:p>
            <a:r>
              <a:rPr lang="en-US"/>
              <a:t>Using Two languages (Using Rust)</a:t>
            </a:r>
          </a:p>
          <a:p>
            <a:r>
              <a:rPr lang="en-US"/>
              <a:t>Finding/creating a data set that worked for our purposes</a:t>
            </a:r>
          </a:p>
          <a:p>
            <a:r>
              <a:rPr lang="en-US"/>
              <a:t>Debugging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Json parsing</a:t>
            </a:r>
          </a:p>
        </p:txBody>
      </p:sp>
      <p:pic>
        <p:nvPicPr>
          <p:cNvPr id="4" name="Picture 3" descr="A person in a garment holding a sword&#10;&#10;AI-generated content may be incorrect.">
            <a:extLst>
              <a:ext uri="{FF2B5EF4-FFF2-40B4-BE49-F238E27FC236}">
                <a16:creationId xmlns:a16="http://schemas.microsoft.com/office/drawing/2014/main" id="{2FA3ABD7-5499-E3F6-FC25-792F7889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80" t="1180" b="267"/>
          <a:stretch>
            <a:fillRect/>
          </a:stretch>
        </p:blipFill>
        <p:spPr>
          <a:xfrm>
            <a:off x="5800624" y="796413"/>
            <a:ext cx="5073849" cy="510294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701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25A0-7A3F-2181-9D83-9EDCF3B6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Enchantments</a:t>
            </a:r>
            <a:endParaRPr lang="en-US" err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BB5E6-5B4F-F2F8-8D00-C019D1AAB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Live separation checker</a:t>
            </a:r>
          </a:p>
          <a:p>
            <a:r>
              <a:rPr lang="en-US"/>
              <a:t>Larger database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Use actual API (looking for sponsors)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Calibri"/>
                <a:cs typeface="Calibri"/>
              </a:rPr>
              <a:t>Integrating Python into Rust using Py03</a:t>
            </a:r>
          </a:p>
        </p:txBody>
      </p:sp>
      <p:pic>
        <p:nvPicPr>
          <p:cNvPr id="4" name="Picture 3" descr="A video game of a book in a room with bookshelves&#10;&#10;AI-generated content may be incorrect.">
            <a:extLst>
              <a:ext uri="{FF2B5EF4-FFF2-40B4-BE49-F238E27FC236}">
                <a16:creationId xmlns:a16="http://schemas.microsoft.com/office/drawing/2014/main" id="{0793DA98-E429-4B4C-7AF2-9F966D62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214" y="1612376"/>
            <a:ext cx="6516246" cy="363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7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9F49-38A4-0E23-E4B7-BF2E57B90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 and AI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2254-9F05-4AA2-5C44-9EB0DC6CB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Multiple online articles:</a:t>
            </a: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rgbClr val="7A7E85"/>
                </a:solidFill>
                <a:latin typeface="Calibri"/>
                <a:ea typeface="Calibri"/>
                <a:cs typeface="Calibri"/>
                <a:hlinkClick r:id="rId2"/>
              </a:rPr>
              <a:t>https://www.geeksforgeeks.org/dsa/adjacency-matrix/</a:t>
            </a:r>
            <a:endParaRPr lang="en-US" sz="16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rgbClr val="7A7E85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https://timclicks.dev/tip/</a:t>
            </a:r>
            <a:r>
              <a:rPr lang="en-US" sz="1600" dirty="0">
                <a:solidFill>
                  <a:srgbClr val="7A7E85"/>
                </a:solidFill>
                <a:latin typeface="Calibri"/>
                <a:ea typeface="Calibri"/>
                <a:cs typeface="Calibri"/>
                <a:hlinkClick r:id="rId2"/>
              </a:rPr>
              <a:t>how-to-create-a-2d-matrix-in-rust</a:t>
            </a:r>
            <a:endParaRPr lang="en-US" sz="16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rgbClr val="7A7E85"/>
                </a:solidFill>
                <a:latin typeface="Calibri"/>
                <a:ea typeface="Calibri"/>
                <a:cs typeface="Calibri"/>
                <a:hlinkClick r:id="rId2"/>
              </a:rPr>
              <a:t>https</a:t>
            </a:r>
            <a:r>
              <a:rPr lang="en-US" sz="1600" dirty="0">
                <a:solidFill>
                  <a:srgbClr val="7A7E85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://www.geeksforgeeks.org/c/c-program-to-implement-adjacency-list/</a:t>
            </a:r>
            <a:endParaRPr lang="en-US" sz="16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rgbClr val="7A7E85"/>
                </a:solidFill>
                <a:latin typeface="Calibri"/>
                <a:ea typeface="Calibri"/>
                <a:cs typeface="Calibri"/>
                <a:hlinkClick r:id="rId3"/>
              </a:rPr>
              <a:t>https://medium.com/@kriangkrai.ratt/shortest-path-dijkstra-algorithm-with-rust-8fe1867d052a</a:t>
            </a:r>
            <a:r>
              <a:rPr lang="en-US" sz="1600" dirty="0">
                <a:solidFill>
                  <a:srgbClr val="7A7E85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60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rgbClr val="7A7E85"/>
                </a:solidFill>
                <a:ea typeface="+mn-lt"/>
                <a:cs typeface="+mn-lt"/>
                <a:hlinkClick r:id="rId4"/>
              </a:rPr>
              <a:t>https://www.w3schools.com/sql/sql_intro.asp</a:t>
            </a:r>
            <a:endParaRPr lang="en-US" sz="16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dirty="0"/>
              <a:t>OpenAI ChatGPT model 5.0 for debugging and language translation</a:t>
            </a:r>
            <a:endParaRPr lang="en-US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dirty="0">
                <a:ea typeface="Calibri"/>
                <a:cs typeface="Calibri"/>
              </a:rPr>
              <a:t>Claude AI</a:t>
            </a:r>
          </a:p>
        </p:txBody>
      </p:sp>
    </p:spTree>
    <p:extLst>
      <p:ext uri="{BB962C8B-B14F-4D97-AF65-F5344CB8AC3E}">
        <p14:creationId xmlns:p14="http://schemas.microsoft.com/office/powerpoint/2010/main" val="175259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6EE0-7F8F-AEB9-A2FB-37864559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873" y="609600"/>
            <a:ext cx="2897016" cy="1456267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  <p:pic>
        <p:nvPicPr>
          <p:cNvPr id="11" name="Content Placeholder 10" descr="A monkey with a body of water in the background&#10;&#10;AI-generated content may be incorrect.">
            <a:extLst>
              <a:ext uri="{FF2B5EF4-FFF2-40B4-BE49-F238E27FC236}">
                <a16:creationId xmlns:a16="http://schemas.microsoft.com/office/drawing/2014/main" id="{5A9F87D8-296F-67D6-E80C-AC961EE68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054" y="2072403"/>
            <a:ext cx="8058608" cy="453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42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Celestial</vt:lpstr>
      <vt:lpstr>Six Degrees</vt:lpstr>
      <vt:lpstr>Objective</vt:lpstr>
      <vt:lpstr>Project Flow</vt:lpstr>
      <vt:lpstr>Two Languages?</vt:lpstr>
      <vt:lpstr>Database</vt:lpstr>
      <vt:lpstr>Mutual Sort</vt:lpstr>
      <vt:lpstr>Rust</vt:lpstr>
      <vt:lpstr>Graph</vt:lpstr>
      <vt:lpstr>Communication</vt:lpstr>
      <vt:lpstr>Visualization</vt:lpstr>
      <vt:lpstr>Demonstration</vt:lpstr>
      <vt:lpstr>Challenges</vt:lpstr>
      <vt:lpstr>Potential Enchantments</vt:lpstr>
      <vt:lpstr>Resources and AI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68</cp:revision>
  <dcterms:created xsi:type="dcterms:W3CDTF">2025-11-10T20:02:00Z</dcterms:created>
  <dcterms:modified xsi:type="dcterms:W3CDTF">2025-11-19T09:56:46Z</dcterms:modified>
</cp:coreProperties>
</file>